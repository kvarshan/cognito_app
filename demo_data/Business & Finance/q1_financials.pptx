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Financial &amp; Operations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Cognito Corp - High Privacy Local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Growth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 for Q1 2026:</a:t>
            </a:r>
          </a:p>
          <a:p>
            <a:pPr lvl="1"/>
            <a:r>
              <a:t>- Revenue grew by 24% year-over-year, reaching $4.8M.</a:t>
            </a:r>
          </a:p>
          <a:p>
            <a:pPr lvl="1"/>
            <a:r>
              <a:t>- Gross margins sustained at 78% due to optimized offline infrastructure costs.</a:t>
            </a:r>
          </a:p>
          <a:p>
            <a:pPr lvl="1"/>
            <a:r>
              <a:t>- Local AI processing reduced cloud expenses by 40%.</a:t>
            </a:r>
          </a:p>
          <a:p>
            <a:pPr lvl="1"/>
            <a:r>
              <a:t>- Net cash flow from operating activities was positive at $1.2M.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